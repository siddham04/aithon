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Helix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SDLC Copilot — Requirement to delivery</a:t>
            </a:r>
          </a:p>
          <a:p>
            <a:r>
              <a:t>AI-Thon · Prototype Round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Manual SDLC breakdown from a messy requirement costs hours: stories, tasks, tests, and ambiguity review are duplicated across tools with weak traceability back to the original 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screenshot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Requirement ingestion — New project: Load sample requirement (judge path, no mic), paste, file, URL, or optional Voice (Chrome; Web Speech API). Then Ingest → workspace. Exact ports and checklist: docs/RUNBOOK.md.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screenshot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AI streaming — The analyze pipeline streams over SSE (/api/artifacts/stream/...): each stage (intent, ambiguity, backlog, tests, estimates, risks) completes with structured JSON merged into the workspace. When ANTHROPIC_API_KEY is set, Claude powers ambiguity / test / estimate agents; otherwise Azure OpenAI JSON (or demo mock) keeps the timeline full.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screenshot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Kanban &amp; ambiguity — Tasks grouped by status; ambiguity cards highlight unclear scope with suggested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Reuse the system diagram from ARCHITECTURE.md (React → Nginx → FastAPI → Postgres / Redis / RAG).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Time saved (example): average 4 hours of manual breakdown vs 12 minutes with Helix assisted generation → ~95% reduction in upfront SDLC structuring time for comparable artifact depth.</a:t>
            </a:r>
          </a:p>
          <a:p>
            <a:pPr>
              <a:spcAft>
                <a:spcPts val="1000"/>
              </a:spcAft>
              <a:defRPr sz="1600"/>
            </a:pPr>
            <a:r>
              <a:t>Methodology (defensible): manual minutes use the same heuristics as code (helix-backend/app/agents/orchestrator.py: minutes per clause, story, task, test, ambiguity, risk); Helix wall-clock baseline ~4 minutes; dollar estimate uses a fixed engineer-minute rate (ENGINEER_MIN_COST_USD). Citation quality: citation_item_rate = fraction of stories+tasks+tests with ≥1 source_clause_id after analyze (also returned on GET /api/artifacts/{project_id}).</a:t>
            </a:r>
          </a:p>
          <a:p>
            <a:pPr>
              <a:spcAft>
                <a:spcPts val="1000"/>
              </a:spcAft>
              <a:defRPr sz="1800"/>
            </a:pPr>
            <a:r>
              <a:t>Also cite traceability: every task/test linked to source clauses → fewer defects from misunderstood scope.</a:t>
            </a:r>
          </a:p>
          <a:p>
            <a:pPr>
              <a:spcAft>
                <a:spcPts val="1000"/>
              </a:spcAft>
              <a:defRPr sz="1800"/>
            </a:pPr>
            <a:r>
              <a:t>Optional live beat: mark a story “approved for export,” then export with approved_only=true to show governance without new ML.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- Team-managed prompt packs per domain (fintech, healthcare).</a:t>
            </a:r>
          </a:p>
          <a:p>
            <a:r>
              <a:t>- Persistent vector store + cross-project retrieval governance.</a:t>
            </a:r>
          </a:p>
          <a:p>
            <a:r>
              <a:t>- Deeper JIRA/Azure DevOps two-way sync and test-case execution hooks.</a:t>
            </a:r>
          </a:p>
          <a:p>
            <a:r>
              <a:t>- (Shipped for demo) Human-approved export gate + ingest sensitive-pattern hints + per-stage pipeline timings in SSE.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